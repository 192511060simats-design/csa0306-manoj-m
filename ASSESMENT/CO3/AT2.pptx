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66" r:id="rId4"/>
    <p:sldId id="257" r:id="rId5"/>
    <p:sldId id="258" r:id="rId6"/>
    <p:sldId id="264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30F10-28EA-4C09-8719-0849A1B0D028}" v="19" dt="2026-08-09T04:29:46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M" userId="28eb8f48edcd7f42" providerId="LiveId" clId="{5A8E62B1-EE2D-4087-98E0-F40E1DF18E58}"/>
    <pc:docChg chg="undo custSel addSld delSld modSld">
      <pc:chgData name="Manoj M" userId="28eb8f48edcd7f42" providerId="LiveId" clId="{5A8E62B1-EE2D-4087-98E0-F40E1DF18E58}" dt="2026-08-09T04:30:33.378" v="326" actId="113"/>
      <pc:docMkLst>
        <pc:docMk/>
      </pc:docMkLst>
      <pc:sldChg chg="addSp delSp modSp mod">
        <pc:chgData name="Manoj M" userId="28eb8f48edcd7f42" providerId="LiveId" clId="{5A8E62B1-EE2D-4087-98E0-F40E1DF18E58}" dt="2026-08-09T04:28:38.329" v="295" actId="113"/>
        <pc:sldMkLst>
          <pc:docMk/>
          <pc:sldMk cId="1859132338" sldId="256"/>
        </pc:sldMkLst>
        <pc:spChg chg="add del mod">
          <ac:chgData name="Manoj M" userId="28eb8f48edcd7f42" providerId="LiveId" clId="{5A8E62B1-EE2D-4087-98E0-F40E1DF18E58}" dt="2026-08-09T04:28:23.963" v="293" actId="1076"/>
          <ac:spMkLst>
            <pc:docMk/>
            <pc:sldMk cId="1859132338" sldId="256"/>
            <ac:spMk id="2" creationId="{A7A65EB6-1294-9765-03D4-56AB0AE0A22B}"/>
          </ac:spMkLst>
        </pc:spChg>
        <pc:spChg chg="del">
          <ac:chgData name="Manoj M" userId="28eb8f48edcd7f42" providerId="LiveId" clId="{5A8E62B1-EE2D-4087-98E0-F40E1DF18E58}" dt="2026-08-09T04:23:04.044" v="175" actId="478"/>
          <ac:spMkLst>
            <pc:docMk/>
            <pc:sldMk cId="1859132338" sldId="256"/>
            <ac:spMk id="3" creationId="{B6650582-092B-1823-9588-1B7EAC1B13E4}"/>
          </ac:spMkLst>
        </pc:spChg>
        <pc:spChg chg="add mod">
          <ac:chgData name="Manoj M" userId="28eb8f48edcd7f42" providerId="LiveId" clId="{5A8E62B1-EE2D-4087-98E0-F40E1DF18E58}" dt="2026-08-09T04:28:19.069" v="292" actId="1076"/>
          <ac:spMkLst>
            <pc:docMk/>
            <pc:sldMk cId="1859132338" sldId="256"/>
            <ac:spMk id="11" creationId="{73EDD4DE-9E3D-ECDB-8073-A6ADEE68DB69}"/>
          </ac:spMkLst>
        </pc:spChg>
        <pc:spChg chg="add mod">
          <ac:chgData name="Manoj M" userId="28eb8f48edcd7f42" providerId="LiveId" clId="{5A8E62B1-EE2D-4087-98E0-F40E1DF18E58}" dt="2026-08-09T04:28:13.787" v="291" actId="113"/>
          <ac:spMkLst>
            <pc:docMk/>
            <pc:sldMk cId="1859132338" sldId="256"/>
            <ac:spMk id="12" creationId="{0E84D7F5-9F1D-5BE5-1174-660F7EB4A2B0}"/>
          </ac:spMkLst>
        </pc:spChg>
        <pc:spChg chg="add mod">
          <ac:chgData name="Manoj M" userId="28eb8f48edcd7f42" providerId="LiveId" clId="{5A8E62B1-EE2D-4087-98E0-F40E1DF18E58}" dt="2026-08-09T04:28:13.787" v="291" actId="113"/>
          <ac:spMkLst>
            <pc:docMk/>
            <pc:sldMk cId="1859132338" sldId="256"/>
            <ac:spMk id="14" creationId="{9BD366B0-0AE8-F6AA-AA6D-F93802021D55}"/>
          </ac:spMkLst>
        </pc:spChg>
        <pc:spChg chg="add mod">
          <ac:chgData name="Manoj M" userId="28eb8f48edcd7f42" providerId="LiveId" clId="{5A8E62B1-EE2D-4087-98E0-F40E1DF18E58}" dt="2026-08-09T04:28:13.787" v="291" actId="113"/>
          <ac:spMkLst>
            <pc:docMk/>
            <pc:sldMk cId="1859132338" sldId="256"/>
            <ac:spMk id="15" creationId="{4DF88001-2CC6-9EB0-CB00-7D4580EF8EA7}"/>
          </ac:spMkLst>
        </pc:spChg>
        <pc:spChg chg="add mod">
          <ac:chgData name="Manoj M" userId="28eb8f48edcd7f42" providerId="LiveId" clId="{5A8E62B1-EE2D-4087-98E0-F40E1DF18E58}" dt="2026-08-09T04:28:13.787" v="291" actId="113"/>
          <ac:spMkLst>
            <pc:docMk/>
            <pc:sldMk cId="1859132338" sldId="256"/>
            <ac:spMk id="17" creationId="{E0DAC60D-C069-DB29-319C-9AD394EEECCD}"/>
          </ac:spMkLst>
        </pc:spChg>
        <pc:spChg chg="add mod">
          <ac:chgData name="Manoj M" userId="28eb8f48edcd7f42" providerId="LiveId" clId="{5A8E62B1-EE2D-4087-98E0-F40E1DF18E58}" dt="2026-08-09T04:28:38.329" v="295" actId="113"/>
          <ac:spMkLst>
            <pc:docMk/>
            <pc:sldMk cId="1859132338" sldId="256"/>
            <ac:spMk id="18" creationId="{559DB1D9-A71B-2392-9CD3-743AB33D4747}"/>
          </ac:spMkLst>
        </pc:spChg>
        <pc:picChg chg="del">
          <ac:chgData name="Manoj M" userId="28eb8f48edcd7f42" providerId="LiveId" clId="{5A8E62B1-EE2D-4087-98E0-F40E1DF18E58}" dt="2026-08-09T04:20:06.004" v="84" actId="478"/>
          <ac:picMkLst>
            <pc:docMk/>
            <pc:sldMk cId="1859132338" sldId="256"/>
            <ac:picMk id="5" creationId="{36D056DB-5584-893A-D864-E54902CEC5E3}"/>
          </ac:picMkLst>
        </pc:picChg>
        <pc:picChg chg="del">
          <ac:chgData name="Manoj M" userId="28eb8f48edcd7f42" providerId="LiveId" clId="{5A8E62B1-EE2D-4087-98E0-F40E1DF18E58}" dt="2026-08-09T04:20:03.983" v="83" actId="478"/>
          <ac:picMkLst>
            <pc:docMk/>
            <pc:sldMk cId="1859132338" sldId="256"/>
            <ac:picMk id="7" creationId="{AFF0A94C-FFC2-BC22-B89C-DAD62951B7FD}"/>
          </ac:picMkLst>
        </pc:picChg>
        <pc:picChg chg="add mod">
          <ac:chgData name="Manoj M" userId="28eb8f48edcd7f42" providerId="LiveId" clId="{5A8E62B1-EE2D-4087-98E0-F40E1DF18E58}" dt="2026-08-09T04:20:10.251" v="85" actId="1076"/>
          <ac:picMkLst>
            <pc:docMk/>
            <pc:sldMk cId="1859132338" sldId="256"/>
            <ac:picMk id="9" creationId="{ECBFC114-0BF7-6FDB-355D-C642733FD0CD}"/>
          </ac:picMkLst>
        </pc:picChg>
        <pc:picChg chg="add del">
          <ac:chgData name="Manoj M" userId="28eb8f48edcd7f42" providerId="LiveId" clId="{5A8E62B1-EE2D-4087-98E0-F40E1DF18E58}" dt="2026-08-09T04:28:10.230" v="287" actId="22"/>
          <ac:picMkLst>
            <pc:docMk/>
            <pc:sldMk cId="1859132338" sldId="256"/>
            <ac:picMk id="20" creationId="{E7E6B85C-0F06-E65D-EC40-0EA3D22201D7}"/>
          </ac:picMkLst>
        </pc:picChg>
      </pc:sldChg>
      <pc:sldChg chg="addSp delSp modSp mod">
        <pc:chgData name="Manoj M" userId="28eb8f48edcd7f42" providerId="LiveId" clId="{5A8E62B1-EE2D-4087-98E0-F40E1DF18E58}" dt="2026-08-09T04:30:13.984" v="317" actId="113"/>
        <pc:sldMkLst>
          <pc:docMk/>
          <pc:sldMk cId="3383086344" sldId="257"/>
        </pc:sldMkLst>
        <pc:spChg chg="mod">
          <ac:chgData name="Manoj M" userId="28eb8f48edcd7f42" providerId="LiveId" clId="{5A8E62B1-EE2D-4087-98E0-F40E1DF18E58}" dt="2026-08-09T04:30:13.984" v="317" actId="113"/>
          <ac:spMkLst>
            <pc:docMk/>
            <pc:sldMk cId="3383086344" sldId="257"/>
            <ac:spMk id="2" creationId="{7C3EB9BC-F80A-EA28-59EA-1B8776CBA0D0}"/>
          </ac:spMkLst>
        </pc:spChg>
        <pc:spChg chg="del">
          <ac:chgData name="Manoj M" userId="28eb8f48edcd7f42" providerId="LiveId" clId="{5A8E62B1-EE2D-4087-98E0-F40E1DF18E58}" dt="2026-08-09T04:11:53.320" v="1"/>
          <ac:spMkLst>
            <pc:docMk/>
            <pc:sldMk cId="3383086344" sldId="257"/>
            <ac:spMk id="3" creationId="{C321A6A4-5CB9-AFA8-C875-07E8AFF01947}"/>
          </ac:spMkLst>
        </pc:spChg>
        <pc:spChg chg="add mod">
          <ac:chgData name="Manoj M" userId="28eb8f48edcd7f42" providerId="LiveId" clId="{5A8E62B1-EE2D-4087-98E0-F40E1DF18E58}" dt="2026-08-09T04:13:42.210" v="24" actId="14100"/>
          <ac:spMkLst>
            <pc:docMk/>
            <pc:sldMk cId="3383086344" sldId="257"/>
            <ac:spMk id="11" creationId="{9BB51370-8796-935C-3C28-ABEAA7E36293}"/>
          </ac:spMkLst>
        </pc:spChg>
        <pc:spChg chg="add mod">
          <ac:chgData name="Manoj M" userId="28eb8f48edcd7f42" providerId="LiveId" clId="{5A8E62B1-EE2D-4087-98E0-F40E1DF18E58}" dt="2026-08-09T04:13:45.455" v="25" actId="1076"/>
          <ac:spMkLst>
            <pc:docMk/>
            <pc:sldMk cId="3383086344" sldId="257"/>
            <ac:spMk id="13" creationId="{C580A00A-3830-CE25-FBB2-7C71BCB4E50B}"/>
          </ac:spMkLst>
        </pc:spChg>
        <pc:picChg chg="mod">
          <ac:chgData name="Manoj M" userId="28eb8f48edcd7f42" providerId="LiveId" clId="{5A8E62B1-EE2D-4087-98E0-F40E1DF18E58}" dt="2026-08-09T04:12:21.327" v="7" actId="1076"/>
          <ac:picMkLst>
            <pc:docMk/>
            <pc:sldMk cId="3383086344" sldId="257"/>
            <ac:picMk id="5" creationId="{9D1B4CF7-EDC2-BEFA-0735-FAC208DCEFD6}"/>
          </ac:picMkLst>
        </pc:picChg>
        <pc:picChg chg="mod">
          <ac:chgData name="Manoj M" userId="28eb8f48edcd7f42" providerId="LiveId" clId="{5A8E62B1-EE2D-4087-98E0-F40E1DF18E58}" dt="2026-08-09T04:12:18.851" v="6" actId="1076"/>
          <ac:picMkLst>
            <pc:docMk/>
            <pc:sldMk cId="3383086344" sldId="257"/>
            <ac:picMk id="7" creationId="{7FA2A426-ED5C-A91F-63EC-55103EF81142}"/>
          </ac:picMkLst>
        </pc:picChg>
        <pc:picChg chg="add mod ord">
          <ac:chgData name="Manoj M" userId="28eb8f48edcd7f42" providerId="LiveId" clId="{5A8E62B1-EE2D-4087-98E0-F40E1DF18E58}" dt="2026-08-09T04:13:51.515" v="26" actId="14100"/>
          <ac:picMkLst>
            <pc:docMk/>
            <pc:sldMk cId="3383086344" sldId="257"/>
            <ac:picMk id="9" creationId="{76561F6D-FB80-597E-34F6-8DF93D59D9B9}"/>
          </ac:picMkLst>
        </pc:picChg>
      </pc:sldChg>
      <pc:sldChg chg="addSp delSp modSp mod">
        <pc:chgData name="Manoj M" userId="28eb8f48edcd7f42" providerId="LiveId" clId="{5A8E62B1-EE2D-4087-98E0-F40E1DF18E58}" dt="2026-08-09T04:30:20.908" v="320" actId="113"/>
        <pc:sldMkLst>
          <pc:docMk/>
          <pc:sldMk cId="2214527279" sldId="258"/>
        </pc:sldMkLst>
        <pc:spChg chg="mod">
          <ac:chgData name="Manoj M" userId="28eb8f48edcd7f42" providerId="LiveId" clId="{5A8E62B1-EE2D-4087-98E0-F40E1DF18E58}" dt="2026-08-09T04:30:20.908" v="320" actId="113"/>
          <ac:spMkLst>
            <pc:docMk/>
            <pc:sldMk cId="2214527279" sldId="258"/>
            <ac:spMk id="2" creationId="{1C71A9D5-C621-B61E-F9FA-DAF37C51F150}"/>
          </ac:spMkLst>
        </pc:spChg>
        <pc:spChg chg="del">
          <ac:chgData name="Manoj M" userId="28eb8f48edcd7f42" providerId="LiveId" clId="{5A8E62B1-EE2D-4087-98E0-F40E1DF18E58}" dt="2026-08-09T04:14:55.535" v="32"/>
          <ac:spMkLst>
            <pc:docMk/>
            <pc:sldMk cId="2214527279" sldId="258"/>
            <ac:spMk id="3" creationId="{36FFDFCB-7D55-7ACD-795E-46E17CDEDCEA}"/>
          </ac:spMkLst>
        </pc:spChg>
        <pc:spChg chg="add mod">
          <ac:chgData name="Manoj M" userId="28eb8f48edcd7f42" providerId="LiveId" clId="{5A8E62B1-EE2D-4087-98E0-F40E1DF18E58}" dt="2026-08-09T04:15:23.948" v="37" actId="2711"/>
          <ac:spMkLst>
            <pc:docMk/>
            <pc:sldMk cId="2214527279" sldId="258"/>
            <ac:spMk id="11" creationId="{21512417-DD61-741A-9CA9-9E342228C489}"/>
          </ac:spMkLst>
        </pc:spChg>
        <pc:picChg chg="add mod ord">
          <ac:chgData name="Manoj M" userId="28eb8f48edcd7f42" providerId="LiveId" clId="{5A8E62B1-EE2D-4087-98E0-F40E1DF18E58}" dt="2026-08-09T04:15:02.255" v="34" actId="1076"/>
          <ac:picMkLst>
            <pc:docMk/>
            <pc:sldMk cId="2214527279" sldId="258"/>
            <ac:picMk id="9" creationId="{F9CEDE18-2B32-0CD8-4349-2A3BE49E0E2C}"/>
          </ac:picMkLst>
        </pc:picChg>
      </pc:sldChg>
      <pc:sldChg chg="addSp delSp modSp mod">
        <pc:chgData name="Manoj M" userId="28eb8f48edcd7f42" providerId="LiveId" clId="{5A8E62B1-EE2D-4087-98E0-F40E1DF18E58}" dt="2026-08-09T04:30:28.673" v="324" actId="113"/>
        <pc:sldMkLst>
          <pc:docMk/>
          <pc:sldMk cId="2833155607" sldId="259"/>
        </pc:sldMkLst>
        <pc:spChg chg="mod">
          <ac:chgData name="Manoj M" userId="28eb8f48edcd7f42" providerId="LiveId" clId="{5A8E62B1-EE2D-4087-98E0-F40E1DF18E58}" dt="2026-08-09T04:30:28.673" v="324" actId="113"/>
          <ac:spMkLst>
            <pc:docMk/>
            <pc:sldMk cId="2833155607" sldId="259"/>
            <ac:spMk id="2" creationId="{FDCF2E66-8FE6-2D7F-B6D0-8CF9BC93A319}"/>
          </ac:spMkLst>
        </pc:spChg>
        <pc:spChg chg="del">
          <ac:chgData name="Manoj M" userId="28eb8f48edcd7f42" providerId="LiveId" clId="{5A8E62B1-EE2D-4087-98E0-F40E1DF18E58}" dt="2026-08-09T04:17:56.834" v="55"/>
          <ac:spMkLst>
            <pc:docMk/>
            <pc:sldMk cId="2833155607" sldId="259"/>
            <ac:spMk id="3" creationId="{CB4B5D9B-A357-304B-70CD-E64C6332C0D6}"/>
          </ac:spMkLst>
        </pc:spChg>
        <pc:spChg chg="add del">
          <ac:chgData name="Manoj M" userId="28eb8f48edcd7f42" providerId="LiveId" clId="{5A8E62B1-EE2D-4087-98E0-F40E1DF18E58}" dt="2026-08-09T04:17:31.446" v="53" actId="22"/>
          <ac:spMkLst>
            <pc:docMk/>
            <pc:sldMk cId="2833155607" sldId="259"/>
            <ac:spMk id="9" creationId="{15623707-63B9-E919-1AB1-EBA134C1A0DA}"/>
          </ac:spMkLst>
        </pc:spChg>
        <pc:picChg chg="add mod ord">
          <ac:chgData name="Manoj M" userId="28eb8f48edcd7f42" providerId="LiveId" clId="{5A8E62B1-EE2D-4087-98E0-F40E1DF18E58}" dt="2026-08-09T04:18:58.538" v="76" actId="1076"/>
          <ac:picMkLst>
            <pc:docMk/>
            <pc:sldMk cId="2833155607" sldId="259"/>
            <ac:picMk id="11" creationId="{C1E51D60-2D61-D558-8EF4-2F5FFCFE8179}"/>
          </ac:picMkLst>
        </pc:picChg>
        <pc:picChg chg="add del mod">
          <ac:chgData name="Manoj M" userId="28eb8f48edcd7f42" providerId="LiveId" clId="{5A8E62B1-EE2D-4087-98E0-F40E1DF18E58}" dt="2026-08-09T04:18:01.302" v="58" actId="931"/>
          <ac:picMkLst>
            <pc:docMk/>
            <pc:sldMk cId="2833155607" sldId="259"/>
            <ac:picMk id="13" creationId="{8F22907A-CED0-2D27-848A-3CE8F6F02CAE}"/>
          </ac:picMkLst>
        </pc:picChg>
        <pc:picChg chg="add mod">
          <ac:chgData name="Manoj M" userId="28eb8f48edcd7f42" providerId="LiveId" clId="{5A8E62B1-EE2D-4087-98E0-F40E1DF18E58}" dt="2026-08-09T04:19:02.133" v="77" actId="14100"/>
          <ac:picMkLst>
            <pc:docMk/>
            <pc:sldMk cId="2833155607" sldId="259"/>
            <ac:picMk id="15" creationId="{DC9B1D49-3F3D-4008-DE4C-0CDC52B30369}"/>
          </ac:picMkLst>
        </pc:picChg>
      </pc:sldChg>
      <pc:sldChg chg="addSp modSp mod">
        <pc:chgData name="Manoj M" userId="28eb8f48edcd7f42" providerId="LiveId" clId="{5A8E62B1-EE2D-4087-98E0-F40E1DF18E58}" dt="2026-08-09T04:30:33.378" v="326" actId="113"/>
        <pc:sldMkLst>
          <pc:docMk/>
          <pc:sldMk cId="1658002903" sldId="260"/>
        </pc:sldMkLst>
        <pc:spChg chg="mod">
          <ac:chgData name="Manoj M" userId="28eb8f48edcd7f42" providerId="LiveId" clId="{5A8E62B1-EE2D-4087-98E0-F40E1DF18E58}" dt="2026-08-09T04:29:04.919" v="301" actId="20577"/>
          <ac:spMkLst>
            <pc:docMk/>
            <pc:sldMk cId="1658002903" sldId="260"/>
            <ac:spMk id="2" creationId="{DF50825C-28FA-D675-D3AA-C107BA5CFB22}"/>
          </ac:spMkLst>
        </pc:spChg>
        <pc:spChg chg="mod">
          <ac:chgData name="Manoj M" userId="28eb8f48edcd7f42" providerId="LiveId" clId="{5A8E62B1-EE2D-4087-98E0-F40E1DF18E58}" dt="2026-08-09T04:29:55.286" v="311" actId="1076"/>
          <ac:spMkLst>
            <pc:docMk/>
            <pc:sldMk cId="1658002903" sldId="260"/>
            <ac:spMk id="3" creationId="{34A7557D-4848-8FB6-96AF-D7DF67BE5436}"/>
          </ac:spMkLst>
        </pc:spChg>
        <pc:spChg chg="add mod">
          <ac:chgData name="Manoj M" userId="28eb8f48edcd7f42" providerId="LiveId" clId="{5A8E62B1-EE2D-4087-98E0-F40E1DF18E58}" dt="2026-08-09T04:29:20.719" v="303" actId="767"/>
          <ac:spMkLst>
            <pc:docMk/>
            <pc:sldMk cId="1658002903" sldId="260"/>
            <ac:spMk id="4" creationId="{AB7A4559-1C04-DB3B-0A31-7AEDC58AE257}"/>
          </ac:spMkLst>
        </pc:spChg>
        <pc:spChg chg="add mod">
          <ac:chgData name="Manoj M" userId="28eb8f48edcd7f42" providerId="LiveId" clId="{5A8E62B1-EE2D-4087-98E0-F40E1DF18E58}" dt="2026-08-09T04:30:33.378" v="326" actId="113"/>
          <ac:spMkLst>
            <pc:docMk/>
            <pc:sldMk cId="1658002903" sldId="260"/>
            <ac:spMk id="8" creationId="{7DB63CEA-58B8-ED7F-E763-BCFA3E3D734F}"/>
          </ac:spMkLst>
        </pc:spChg>
      </pc:sldChg>
      <pc:sldChg chg="del">
        <pc:chgData name="Manoj M" userId="28eb8f48edcd7f42" providerId="LiveId" clId="{5A8E62B1-EE2D-4087-98E0-F40E1DF18E58}" dt="2026-08-09T04:27:57.258" v="283" actId="47"/>
        <pc:sldMkLst>
          <pc:docMk/>
          <pc:sldMk cId="1408813211" sldId="261"/>
        </pc:sldMkLst>
      </pc:sldChg>
      <pc:sldChg chg="del">
        <pc:chgData name="Manoj M" userId="28eb8f48edcd7f42" providerId="LiveId" clId="{5A8E62B1-EE2D-4087-98E0-F40E1DF18E58}" dt="2026-08-09T04:27:57.821" v="284" actId="47"/>
        <pc:sldMkLst>
          <pc:docMk/>
          <pc:sldMk cId="1460829887" sldId="262"/>
        </pc:sldMkLst>
      </pc:sldChg>
      <pc:sldChg chg="del">
        <pc:chgData name="Manoj M" userId="28eb8f48edcd7f42" providerId="LiveId" clId="{5A8E62B1-EE2D-4087-98E0-F40E1DF18E58}" dt="2026-08-09T04:27:58.369" v="285" actId="47"/>
        <pc:sldMkLst>
          <pc:docMk/>
          <pc:sldMk cId="3694697203" sldId="263"/>
        </pc:sldMkLst>
      </pc:sldChg>
      <pc:sldChg chg="addSp delSp modSp mod">
        <pc:chgData name="Manoj M" userId="28eb8f48edcd7f42" providerId="LiveId" clId="{5A8E62B1-EE2D-4087-98E0-F40E1DF18E58}" dt="2026-08-09T04:30:24.659" v="322" actId="113"/>
        <pc:sldMkLst>
          <pc:docMk/>
          <pc:sldMk cId="1433283147" sldId="264"/>
        </pc:sldMkLst>
        <pc:spChg chg="mod">
          <ac:chgData name="Manoj M" userId="28eb8f48edcd7f42" providerId="LiveId" clId="{5A8E62B1-EE2D-4087-98E0-F40E1DF18E58}" dt="2026-08-09T04:30:24.659" v="322" actId="113"/>
          <ac:spMkLst>
            <pc:docMk/>
            <pc:sldMk cId="1433283147" sldId="264"/>
            <ac:spMk id="2" creationId="{A897ED07-9936-8E3E-71DB-A94DCEB7F006}"/>
          </ac:spMkLst>
        </pc:spChg>
        <pc:spChg chg="del mod">
          <ac:chgData name="Manoj M" userId="28eb8f48edcd7f42" providerId="LiveId" clId="{5A8E62B1-EE2D-4087-98E0-F40E1DF18E58}" dt="2026-08-09T04:16:08.876" v="44"/>
          <ac:spMkLst>
            <pc:docMk/>
            <pc:sldMk cId="1433283147" sldId="264"/>
            <ac:spMk id="3" creationId="{55E5D649-F6BC-A494-D888-57672FE5AAB7}"/>
          </ac:spMkLst>
        </pc:spChg>
        <pc:spChg chg="add mod">
          <ac:chgData name="Manoj M" userId="28eb8f48edcd7f42" providerId="LiveId" clId="{5A8E62B1-EE2D-4087-98E0-F40E1DF18E58}" dt="2026-08-09T04:17:01.408" v="50" actId="2711"/>
          <ac:spMkLst>
            <pc:docMk/>
            <pc:sldMk cId="1433283147" sldId="264"/>
            <ac:spMk id="13" creationId="{76FE932A-AAE5-6355-AA41-69F1642E7705}"/>
          </ac:spMkLst>
        </pc:spChg>
        <pc:picChg chg="add mod ord">
          <ac:chgData name="Manoj M" userId="28eb8f48edcd7f42" providerId="LiveId" clId="{5A8E62B1-EE2D-4087-98E0-F40E1DF18E58}" dt="2026-08-09T04:17:06.737" v="51" actId="14100"/>
          <ac:picMkLst>
            <pc:docMk/>
            <pc:sldMk cId="1433283147" sldId="264"/>
            <ac:picMk id="11" creationId="{A5DFF3CC-FD76-CE6A-D259-671948A15EDC}"/>
          </ac:picMkLst>
        </pc:picChg>
      </pc:sldChg>
      <pc:sldChg chg="modSp new mod">
        <pc:chgData name="Manoj M" userId="28eb8f48edcd7f42" providerId="LiveId" clId="{5A8E62B1-EE2D-4087-98E0-F40E1DF18E58}" dt="2026-08-09T04:30:01.180" v="312" actId="113"/>
        <pc:sldMkLst>
          <pc:docMk/>
          <pc:sldMk cId="2071917522" sldId="265"/>
        </pc:sldMkLst>
        <pc:spChg chg="mod">
          <ac:chgData name="Manoj M" userId="28eb8f48edcd7f42" providerId="LiveId" clId="{5A8E62B1-EE2D-4087-98E0-F40E1DF18E58}" dt="2026-08-09T04:30:01.180" v="312" actId="113"/>
          <ac:spMkLst>
            <pc:docMk/>
            <pc:sldMk cId="2071917522" sldId="265"/>
            <ac:spMk id="2" creationId="{63FDEFF5-7028-A728-622B-081294B10FED}"/>
          </ac:spMkLst>
        </pc:spChg>
        <pc:spChg chg="mod">
          <ac:chgData name="Manoj M" userId="28eb8f48edcd7f42" providerId="LiveId" clId="{5A8E62B1-EE2D-4087-98E0-F40E1DF18E58}" dt="2026-08-09T04:26:01.227" v="265" actId="1076"/>
          <ac:spMkLst>
            <pc:docMk/>
            <pc:sldMk cId="2071917522" sldId="265"/>
            <ac:spMk id="3" creationId="{69DB6FD9-529E-7411-634F-ABDE58637B32}"/>
          </ac:spMkLst>
        </pc:spChg>
      </pc:sldChg>
      <pc:sldChg chg="addSp modSp new mod">
        <pc:chgData name="Manoj M" userId="28eb8f48edcd7f42" providerId="LiveId" clId="{5A8E62B1-EE2D-4087-98E0-F40E1DF18E58}" dt="2026-08-09T04:30:06.739" v="315" actId="113"/>
        <pc:sldMkLst>
          <pc:docMk/>
          <pc:sldMk cId="1742103555" sldId="266"/>
        </pc:sldMkLst>
        <pc:spChg chg="mod">
          <ac:chgData name="Manoj M" userId="28eb8f48edcd7f42" providerId="LiveId" clId="{5A8E62B1-EE2D-4087-98E0-F40E1DF18E58}" dt="2026-08-09T04:30:06.739" v="315" actId="113"/>
          <ac:spMkLst>
            <pc:docMk/>
            <pc:sldMk cId="1742103555" sldId="266"/>
            <ac:spMk id="2" creationId="{BA1C8AA1-21D1-9F19-B8EA-80FB51FB9C26}"/>
          </ac:spMkLst>
        </pc:spChg>
        <pc:spChg chg="mod">
          <ac:chgData name="Manoj M" userId="28eb8f48edcd7f42" providerId="LiveId" clId="{5A8E62B1-EE2D-4087-98E0-F40E1DF18E58}" dt="2026-08-09T04:27:24.842" v="280" actId="14100"/>
          <ac:spMkLst>
            <pc:docMk/>
            <pc:sldMk cId="1742103555" sldId="266"/>
            <ac:spMk id="3" creationId="{4F02B8D9-8C26-720B-8428-B9A20C90485F}"/>
          </ac:spMkLst>
        </pc:spChg>
        <pc:picChg chg="add mod">
          <ac:chgData name="Manoj M" userId="28eb8f48edcd7f42" providerId="LiveId" clId="{5A8E62B1-EE2D-4087-98E0-F40E1DF18E58}" dt="2026-08-09T04:27:31.483" v="282" actId="1076"/>
          <ac:picMkLst>
            <pc:docMk/>
            <pc:sldMk cId="1742103555" sldId="266"/>
            <ac:picMk id="5" creationId="{ABD639C0-29A5-3B0A-0D0B-637143C103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1D50F-8F8C-4C30-919D-1793CEE6FCF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98AC4-15D8-49F9-A271-A9C68B8D8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93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98AC4-15D8-49F9-A271-A9C68B8D8A5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645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3A05-E7CC-AB14-17C3-6E8757B9F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4F6B2-7571-1C3A-7350-22E67B5C2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CFEFB-2A4E-F9A1-BDE0-C6609F43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4412E-5CCF-807E-B76F-14C501E89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0077A-365B-F02B-1085-99AF7D7B4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6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9225-5E8B-469A-1415-2B6BFEFEA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184F6-6E12-190D-0D53-14AD469FF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7F579-3161-B5DF-B5C3-282D351D9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59B18-552F-8179-7933-D09B330A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1E8FE-3BB7-D65D-CE90-0D5629B4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27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5C0C8-0580-C622-23B7-06A3742A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37E70-02B6-36F8-2BB5-DD0CFECBF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D3E8E-42AF-9B33-CB00-494BB6220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05D43-2028-612A-A3B0-C1668BE2F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8A257-68D7-0146-51A9-5C7627D3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10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7A7-56FF-31A7-6AAF-123833828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62D5B-1DA2-D519-236C-17E03C929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F9A2A-E8A2-677B-C3C6-D7723D907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3F812-68B0-61A2-0E24-B5BA479F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B4B10-2A52-111F-7AE5-5E4AB57E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FA625-5C50-C0DF-2F6B-304F950E3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60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F613-B910-E4AC-E3C8-23D574E6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6ED0B-744C-E97F-EA1D-214FB3675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DA50E-F5C9-1BF9-6C70-DD133D9AC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18152-C4B3-A5F4-5BFD-BEC5F0362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1D0059-360A-3B11-DECF-B3289103D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6C53E7-5CDE-978A-D33F-DFA102693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81F86-E260-3659-473E-7F541A15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20405-D00D-8605-09D4-ED383DC5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438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DCA6D-02FA-99FE-A5E8-80C7402E8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FD51AC-1735-DB8C-FC94-E8443DE3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1204B-0B7A-5467-51CE-FE147D18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05351-4A7E-9BAF-2F41-5B433C85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81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473F49-1470-BAA6-A508-BA1E098E7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1D74B-E32F-8D45-827A-D4EC4588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92CBF-B28A-1C49-C285-94E9324B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0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95E-9D6C-006F-4AD5-8A7A7999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35B77-C8E9-57ED-6713-D8CAAC90B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8FD34-9B63-7D5F-1CD1-AEB22D53F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37D17-E05E-4E02-EE39-6A2E8F60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5B710-006D-1CA5-52D6-E68289DB0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88E5B-9DD7-E69D-D44B-1A9D7B52C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791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0D0A-944A-6867-905B-428265CA8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F7C1A3-9756-E500-0E45-D3585DCCD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B8258-C066-D6A8-424A-E2C441A77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E7DF9-B373-7FAC-4B89-3468767A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18FC1-411D-228C-D039-88455A9A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12AA-BA2D-C06A-9018-3FB4D3AB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162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8B918-E1BF-4CDF-46B0-00E22370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1101E-291E-B9AF-704F-EDB513D34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2DF3C-4BBC-D617-0BA5-BFF4CC1B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5335F-AB67-CB6E-1A75-28DC485C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51890-9D3C-6C01-A1C9-A711705C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863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969-302E-A593-B71F-D63D302DE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69E10-5ABC-93E6-09A9-E6FD2FE3E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992D7-C58B-9700-7453-1D15AB762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660C8-F5A4-DAD2-6F8E-11982606C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97CCD-00D8-B125-D365-C9ED6234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71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4A6F4-FD3F-FA9E-B83B-7CFCE6B0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3B1F4-5E2D-6783-C864-3DD286C9D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1B587-14F5-667F-A37D-9A3622AB3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62AE8-2CC3-4592-8099-ECC6AC87A95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01330-3005-C579-615E-A07AF72A0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AB968-D2CC-09C1-8D34-5B6E61E9D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212FC-A8BE-4885-B82F-50D74780B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90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5EB6-1294-9765-03D4-56AB0AE0A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920" y="1533074"/>
            <a:ext cx="9144000" cy="1109662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Tree Simulator Using 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VisuAlgo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100;p14" descr="SSE-Computer Science and Engineering">
            <a:extLst>
              <a:ext uri="{FF2B5EF4-FFF2-40B4-BE49-F238E27FC236}">
                <a16:creationId xmlns:a16="http://schemas.microsoft.com/office/drawing/2014/main" id="{ECBFC114-0BF7-6FDB-355D-C642733FD0C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1916" y="283845"/>
            <a:ext cx="10221468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EDD4DE-9E3D-ECDB-8073-A6ADEE68DB69}"/>
              </a:ext>
            </a:extLst>
          </p:cNvPr>
          <p:cNvSpPr txBox="1"/>
          <p:nvPr/>
        </p:nvSpPr>
        <p:spPr>
          <a:xfrm>
            <a:off x="3334870" y="2903447"/>
            <a:ext cx="552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CSA0306-DATA STRUCTURES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84D7F5-9F1D-5BE5-1174-660F7EB4A2B0}"/>
              </a:ext>
            </a:extLst>
          </p:cNvPr>
          <p:cNvSpPr txBox="1"/>
          <p:nvPr/>
        </p:nvSpPr>
        <p:spPr>
          <a:xfrm>
            <a:off x="851916" y="3703320"/>
            <a:ext cx="1443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D366B0-0AE8-F6AA-AA6D-F93802021D55}"/>
              </a:ext>
            </a:extLst>
          </p:cNvPr>
          <p:cNvSpPr txBox="1"/>
          <p:nvPr/>
        </p:nvSpPr>
        <p:spPr>
          <a:xfrm>
            <a:off x="8595360" y="3741965"/>
            <a:ext cx="16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Presented By: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F88001-2CC6-9EB0-CB00-7D4580EF8EA7}"/>
              </a:ext>
            </a:extLst>
          </p:cNvPr>
          <p:cNvSpPr txBox="1"/>
          <p:nvPr/>
        </p:nvSpPr>
        <p:spPr>
          <a:xfrm>
            <a:off x="1645920" y="4395817"/>
            <a:ext cx="260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Shakila 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DAC60D-C069-DB29-319C-9AD394EEECCD}"/>
              </a:ext>
            </a:extLst>
          </p:cNvPr>
          <p:cNvSpPr txBox="1"/>
          <p:nvPr/>
        </p:nvSpPr>
        <p:spPr>
          <a:xfrm>
            <a:off x="9035796" y="4384226"/>
            <a:ext cx="260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Manoj M(192511060)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9DB1D9-A71B-2392-9CD3-743AB33D4747}"/>
              </a:ext>
            </a:extLst>
          </p:cNvPr>
          <p:cNvSpPr txBox="1"/>
          <p:nvPr/>
        </p:nvSpPr>
        <p:spPr>
          <a:xfrm>
            <a:off x="4023360" y="5669280"/>
            <a:ext cx="284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Date:10.08.2026</a:t>
            </a:r>
          </a:p>
        </p:txBody>
      </p:sp>
    </p:spTree>
    <p:extLst>
      <p:ext uri="{BB962C8B-B14F-4D97-AF65-F5344CB8AC3E}">
        <p14:creationId xmlns:p14="http://schemas.microsoft.com/office/powerpoint/2010/main" val="1859132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EFF5-7028-A728-622B-081294B1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B6FD9-529E-7411-634F-ABDE58637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0257"/>
            <a:ext cx="10344912" cy="2636647"/>
          </a:xfrm>
        </p:spPr>
        <p:txBody>
          <a:bodyPr>
            <a:norm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an interactive tool for generating trees.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different tree operations step-by-step.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Binary Search Tree (BST) operations through animation.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observe AVL tree insertion and balancing.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917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8AA1-21D1-9F19-B8EA-80FB51FB9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Selected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2B8D9-8C26-720B-8428-B9A20C904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6648" cy="4351338"/>
          </a:xfrm>
        </p:spPr>
        <p:txBody>
          <a:bodyPr>
            <a:normAutofit/>
          </a:bodyPr>
          <a:lstStyle/>
          <a:p>
            <a:pPr lvl="0"/>
            <a:r>
              <a:rPr lang="en-IN" sz="2000" dirty="0"/>
              <a:t>Generates and visualizes </a:t>
            </a:r>
            <a:r>
              <a:rPr lang="en-IN" sz="2000" b="1" dirty="0"/>
              <a:t>Binary Search Trees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Supports </a:t>
            </a:r>
            <a:r>
              <a:rPr lang="en-IN" sz="2000" b="1" dirty="0"/>
              <a:t>AVL Trees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Allows custom node insertion </a:t>
            </a:r>
          </a:p>
          <a:p>
            <a:pPr lvl="0"/>
            <a:r>
              <a:rPr lang="en-IN" sz="2000" dirty="0"/>
              <a:t>Provides animated operations </a:t>
            </a:r>
          </a:p>
          <a:p>
            <a:pPr lvl="0"/>
            <a:r>
              <a:rPr lang="en-IN" sz="2000" dirty="0"/>
              <a:t>Displays the algorithm/pseudocode during execution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639C0-29A5-3B0A-0D0B-637143C10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0" y="1352360"/>
            <a:ext cx="5608320" cy="500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03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B9BC-F80A-EA28-59EA-1B8776CB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BST Traversal: </a:t>
            </a:r>
            <a:r>
              <a:rPr lang="en-IN" sz="36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endParaRPr lang="en-IN" sz="36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6561F6D-FB80-597E-34F6-8DF93D59D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0" y="1690688"/>
            <a:ext cx="5678257" cy="5065776"/>
          </a:xfrm>
          <a:prstGeom prst="rect">
            <a:avLst/>
          </a:prstGeom>
        </p:spPr>
      </p:pic>
      <p:pic>
        <p:nvPicPr>
          <p:cNvPr id="5" name="Picture 4" descr="About SEC - Saveetha Engineering College">
            <a:extLst>
              <a:ext uri="{FF2B5EF4-FFF2-40B4-BE49-F238E27FC236}">
                <a16:creationId xmlns:a16="http://schemas.microsoft.com/office/drawing/2014/main" id="{9D1B4CF7-EDC2-BEFA-0735-FAC208DCE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123" y="0"/>
            <a:ext cx="1649732" cy="159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A2A426-ED5C-A91F-63EC-55103EF81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5" y="0"/>
            <a:ext cx="1495425" cy="1495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B51370-8796-935C-3C28-ABEAA7E36293}"/>
              </a:ext>
            </a:extLst>
          </p:cNvPr>
          <p:cNvSpPr txBox="1"/>
          <p:nvPr/>
        </p:nvSpPr>
        <p:spPr>
          <a:xfrm>
            <a:off x="496062" y="2469250"/>
            <a:ext cx="5767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Visits nodes in the order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→ Root → Right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BST,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Traversal produces elements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ascending order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O(h)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80A00A-3830-CE25-FBB2-7C71BCB4E50B}"/>
              </a:ext>
            </a:extLst>
          </p:cNvPr>
          <p:cNvSpPr txBox="1"/>
          <p:nvPr/>
        </p:nvSpPr>
        <p:spPr>
          <a:xfrm>
            <a:off x="838200" y="527430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→ 9 → 10 → 11 → 12 → 13 → ...</a:t>
            </a:r>
          </a:p>
        </p:txBody>
      </p:sp>
    </p:spTree>
    <p:extLst>
      <p:ext uri="{BB962C8B-B14F-4D97-AF65-F5344CB8AC3E}">
        <p14:creationId xmlns:p14="http://schemas.microsoft.com/office/powerpoint/2010/main" val="3383086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A9D5-C621-B61E-F9FA-DAF37C51F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 – Search Operation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CEDE18-2B32-0CD8-4349-2A3BE49E0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92" y="1951038"/>
            <a:ext cx="5404989" cy="4351338"/>
          </a:xfrm>
          <a:prstGeom prst="rect">
            <a:avLst/>
          </a:prstGeom>
        </p:spPr>
      </p:pic>
      <p:pic>
        <p:nvPicPr>
          <p:cNvPr id="5" name="Picture 4" descr="About SEC - Saveetha Engineering College">
            <a:extLst>
              <a:ext uri="{FF2B5EF4-FFF2-40B4-BE49-F238E27FC236}">
                <a16:creationId xmlns:a16="http://schemas.microsoft.com/office/drawing/2014/main" id="{7BE03C4E-C94C-1BB6-7E76-BD418A586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3993" y="214293"/>
            <a:ext cx="1649732" cy="159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D6174-2CCC-8B15-283B-874CBE59C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43" y="104775"/>
            <a:ext cx="1495425" cy="1495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512417-DD61-741A-9CA9-9E342228C489}"/>
              </a:ext>
            </a:extLst>
          </p:cNvPr>
          <p:cNvSpPr txBox="1"/>
          <p:nvPr/>
        </p:nvSpPr>
        <p:spPr>
          <a:xfrm>
            <a:off x="838200" y="2372381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target with the current node.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target is smaller → move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target is larger → move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equal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found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Time Complexity: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52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ED07-9936-8E3E-71DB-A94DCEB7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 – Insertion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5DFF3CC-FD76-CE6A-D259-671948A15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984" y="2000977"/>
            <a:ext cx="6261210" cy="4351338"/>
          </a:xfrm>
          <a:prstGeom prst="rect">
            <a:avLst/>
          </a:prstGeom>
        </p:spPr>
      </p:pic>
      <p:pic>
        <p:nvPicPr>
          <p:cNvPr id="5" name="Picture 4" descr="About SEC - Saveetha Engineering College">
            <a:extLst>
              <a:ext uri="{FF2B5EF4-FFF2-40B4-BE49-F238E27FC236}">
                <a16:creationId xmlns:a16="http://schemas.microsoft.com/office/drawing/2014/main" id="{ED5F03BE-98EC-50CC-B5CA-0BCB74B3A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3993" y="150285"/>
            <a:ext cx="1649732" cy="15903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5C2C50-1D9B-ADA7-EDC4-41BCED389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43" y="104775"/>
            <a:ext cx="1495425" cy="1495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FE932A-AAE5-6355-AA41-69F1642E7705}"/>
              </a:ext>
            </a:extLst>
          </p:cNvPr>
          <p:cNvSpPr txBox="1"/>
          <p:nvPr/>
        </p:nvSpPr>
        <p:spPr>
          <a:xfrm>
            <a:off x="651510" y="2516600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new value with the current node.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value → left subtree.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value → right subtree.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until an empty position is found.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there.</a:t>
            </a:r>
          </a:p>
        </p:txBody>
      </p:sp>
    </p:spTree>
    <p:extLst>
      <p:ext uri="{BB962C8B-B14F-4D97-AF65-F5344CB8AC3E}">
        <p14:creationId xmlns:p14="http://schemas.microsoft.com/office/powerpoint/2010/main" val="143328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2E66-8FE6-2D7F-B6D0-8CF9BC93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 – Deletion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E51D60-2D61-D558-8EF4-2F5FFCFE8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65" y="1951038"/>
            <a:ext cx="5226545" cy="4540991"/>
          </a:xfrm>
          <a:prstGeom prst="rect">
            <a:avLst/>
          </a:prstGeom>
        </p:spPr>
      </p:pic>
      <p:pic>
        <p:nvPicPr>
          <p:cNvPr id="5" name="Picture 4" descr="About SEC - Saveetha Engineering College">
            <a:extLst>
              <a:ext uri="{FF2B5EF4-FFF2-40B4-BE49-F238E27FC236}">
                <a16:creationId xmlns:a16="http://schemas.microsoft.com/office/drawing/2014/main" id="{67F80801-AD83-23FF-EC91-665EAD34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3993" y="168573"/>
            <a:ext cx="1649732" cy="159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8E3A61-6927-D9A7-6602-7E34E378E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43" y="104775"/>
            <a:ext cx="1495425" cy="1495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9B1D49-3F3D-4008-DE4C-0CDC52B303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2" y="1951038"/>
            <a:ext cx="5577840" cy="469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55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825C-28FA-D675-D3AA-C107BA5C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7557D-4848-8FB6-96AF-D7DF67BE5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VisuAlgo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interactive way to generate and visualize trees.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 operations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insertion, searching, deletion, and traversal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performed and observed step-by-step.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AVL Tree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 helped understand self-balancing and tree operations.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bout SEC - Saveetha Engineering College">
            <a:extLst>
              <a:ext uri="{FF2B5EF4-FFF2-40B4-BE49-F238E27FC236}">
                <a16:creationId xmlns:a16="http://schemas.microsoft.com/office/drawing/2014/main" id="{EF52F5A7-5BB2-546B-4420-A66336024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3993" y="159429"/>
            <a:ext cx="1649732" cy="159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75BA06-80E3-743B-2896-B8FC3BC5B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43" y="104775"/>
            <a:ext cx="1495425" cy="1495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B63CEA-58B8-ED7F-E763-BCFA3E3D734F}"/>
              </a:ext>
            </a:extLst>
          </p:cNvPr>
          <p:cNvSpPr txBox="1"/>
          <p:nvPr/>
        </p:nvSpPr>
        <p:spPr>
          <a:xfrm>
            <a:off x="4574286" y="529321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58002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283</Words>
  <Application>Microsoft Office PowerPoint</Application>
  <PresentationFormat>Widescreen</PresentationFormat>
  <Paragraphs>45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Interactive Tree Simulator Using VisuAlgo</vt:lpstr>
      <vt:lpstr>Objective</vt:lpstr>
      <vt:lpstr>Tool Selected</vt:lpstr>
      <vt:lpstr>BST Traversal: Inorder</vt:lpstr>
      <vt:lpstr>Binary Search Tree – Search Operation</vt:lpstr>
      <vt:lpstr>Binary Search Tree – Insertion</vt:lpstr>
      <vt:lpstr>Binary Search Tree – Deletion</vt:lpstr>
      <vt:lpstr>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M</dc:creator>
  <cp:lastModifiedBy>Manoj M</cp:lastModifiedBy>
  <cp:revision>1</cp:revision>
  <dcterms:created xsi:type="dcterms:W3CDTF">2026-08-09T04:11:00Z</dcterms:created>
  <dcterms:modified xsi:type="dcterms:W3CDTF">2026-08-09T04:31:06Z</dcterms:modified>
</cp:coreProperties>
</file>